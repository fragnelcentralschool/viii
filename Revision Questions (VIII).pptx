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36156-17C3-6FF0-C7B0-5368E1F5D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26B621-D625-F0B2-AB58-DAF088B06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8FF7D-696D-19C7-6F9D-11341BC24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2FEB1-17C4-4686-85AD-DED53D66500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F4BA8-A45B-5A24-F3C6-72D767AE9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B8775-C058-3797-4CDF-F6C7062EB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78C56-54DE-495D-9BE4-E5A06888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33D6-5E67-AC4B-B5F3-8AEA72D4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BE209-83B8-E0E1-7037-7ADCD72D2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EF562-0402-A318-D234-D9AACA944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2FEB1-17C4-4686-85AD-DED53D66500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A4970-9200-2552-13DC-95B3E10A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E8343-E9D6-4EC2-AF8C-2334807D4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78C56-54DE-495D-9BE4-E5A06888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9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36076-D8B7-4404-93C3-D77E34599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FE306-BCD6-DD7E-FC4B-24A2168E2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755B4-45D2-2EA1-D731-38709238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2FEB1-17C4-4686-85AD-DED53D66500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C0DF8-76E0-0770-6E27-49CB43B2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C1CE5-7F04-3960-B439-BC0661DBC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78C56-54DE-495D-9BE4-E5A06888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573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23549-E1A0-63BB-AAFE-82A675C5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F23F8-C135-E86A-B513-C162ED3AF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DA2D6-6147-B971-17A0-7BA201E9C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790EAD-D106-6F99-2CFD-481CEA94C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2FEB1-17C4-4686-85AD-DED53D66500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75BB07-575C-91D7-0444-E4308CDF0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AF1D-AB39-5FFB-3ABF-CFB1E0ACF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78C56-54DE-495D-9BE4-E5A06888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48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B22E5-F454-9F24-F67D-A255F2975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A6D90-2A4F-4CE2-BC51-E8E98AB76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B43E3-FA44-B7CF-1892-F1EBD3082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7921B6-1988-6A6B-B5EC-46F9B25DD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2EA823-DCC7-EB51-37B5-0474494082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5276C6-0DA7-3C45-B420-2D7EA65FD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2FEB1-17C4-4686-85AD-DED53D66500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A0B6B0-0375-F9C3-B078-AA0BF5A2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48BB41-1BBF-6B42-11CF-0DE7C55D4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78C56-54DE-495D-9BE4-E5A06888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7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DC51-773E-0E78-225E-12A25AA49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8FDE06-B8DB-31CA-3EDF-FC77104E6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2FEB1-17C4-4686-85AD-DED53D66500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61A81-EFCE-1E18-F323-76B7A8598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E0A00-580F-472B-9181-109CEFF47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78C56-54DE-495D-9BE4-E5A06888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27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3B6F7B-5F82-A850-B7F2-D21C9A17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2FEB1-17C4-4686-85AD-DED53D66500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CDACB7-352D-F37E-EB66-48116A41A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3BB5A-B5F7-D3AE-E001-318DD157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78C56-54DE-495D-9BE4-E5A06888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32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7336A-4A91-BCA1-FDAF-D5A5122AC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101A4-2962-692E-0CA7-0F5DECD95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D1C62-8C4A-2D67-5715-9F657A107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6CFC9-D847-A1BD-07FE-766ED3CE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2FEB1-17C4-4686-85AD-DED53D66500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C8A19-35C6-795B-675C-E6E08AB5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F47E3-E58C-471E-332F-B9BA43CA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78C56-54DE-495D-9BE4-E5A06888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8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F4B1-2512-C306-87E0-F6C208E06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33420-62C2-9CE4-9067-4FF09E9CED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ECE8F-A846-B21F-7BA4-82866EC0A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5D95E-36D7-B328-0A7D-A15A2B81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2FEB1-17C4-4686-85AD-DED53D66500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B3727-6463-EE02-0705-E9090246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8BACC-EB5B-AED9-F4A3-648DD8AA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78C56-54DE-495D-9BE4-E5A06888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4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1032D-F2CB-255D-A684-56D097946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51344-9DA5-D2EA-9755-ECDADF7D2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EEF17-FFE7-506F-90E7-B79A21D80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2FEB1-17C4-4686-85AD-DED53D66500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E8C2C-8248-6810-B1F8-14FFD73E0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B5316-FF89-4F5C-84E0-35B5E3E20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78C56-54DE-495D-9BE4-E5A06888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05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0AA4CA-A717-DAF0-349E-AFEEE9E77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A334E-3767-A74B-EF53-754705BF5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F2F14-3162-3A1D-6A46-FB9100DB9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2FEB1-17C4-4686-85AD-DED53D66500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F7E67-B351-FEAE-DCB9-6D5557502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BBF67-ADEF-01F9-3615-74AC013D1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778C56-54DE-495D-9BE4-E5A06888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6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10EA36-298A-FD5C-50CA-471636C38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C6336-227E-AED2-F919-C5AD750CD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ECD18-6091-2ABA-6A20-81A1AAE5BB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2FEB1-17C4-4686-85AD-DED53D66500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CA379-7321-7E96-BF14-AEA200733B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2A12E-4C86-C010-69ED-76ECD4187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78C56-54DE-495D-9BE4-E5A068888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42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D9943-8D23-9C9E-9F43-2011FADF78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Revision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F39344-4FE5-110B-68C0-6CBB774A7F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63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0AB9D-C604-655F-76E5-A549909F8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5E59B-D9D3-7525-7657-931A6625D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Write a Python program to print your name using print().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2. Print the sentence: I am learning Python programming.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3. Write a program to print numbers from 1 to 5 using print().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85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3766-1D1E-F3AD-5C82-AADEA92DB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1A8A-AFB6-4FC9-1A24-1528AA658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Create two variables x = 10 and y = 20, then print their sum.</a:t>
            </a:r>
          </a:p>
          <a:p>
            <a:endParaRPr lang="en-US" dirty="0"/>
          </a:p>
          <a:p>
            <a:r>
              <a:rPr lang="en-US" dirty="0"/>
              <a:t>2. Store your name and age in variables and print them.</a:t>
            </a:r>
          </a:p>
          <a:p>
            <a:endParaRPr lang="en-US" dirty="0"/>
          </a:p>
          <a:p>
            <a:r>
              <a:rPr lang="en-US" dirty="0"/>
              <a:t>3. Swap the values of two variables and display the result.</a:t>
            </a:r>
          </a:p>
        </p:txBody>
      </p:sp>
    </p:spTree>
    <p:extLst>
      <p:ext uri="{BB962C8B-B14F-4D97-AF65-F5344CB8AC3E}">
        <p14:creationId xmlns:p14="http://schemas.microsoft.com/office/powerpoint/2010/main" val="2382250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158F2-B26F-2BCC-AF1E-D5176C3EC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Input1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C4CDB-B72C-62C1-518D-BFD671E19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 Write a program to take the user’s favorite color as input and print it.</a:t>
            </a:r>
          </a:p>
          <a:p>
            <a:endParaRPr lang="en-US" dirty="0"/>
          </a:p>
          <a:p>
            <a:r>
              <a:rPr lang="en-US" dirty="0"/>
              <a:t>2. Take two numbers from the user and print their product.</a:t>
            </a:r>
          </a:p>
          <a:p>
            <a:endParaRPr lang="en-US" dirty="0"/>
          </a:p>
          <a:p>
            <a:r>
              <a:rPr lang="en-US" dirty="0"/>
              <a:t>3. Take a string from the user and print it </a:t>
            </a:r>
            <a:r>
              <a:rPr lang="en-US" dirty="0" err="1"/>
              <a:t>eg</a:t>
            </a:r>
            <a:r>
              <a:rPr lang="en-US" dirty="0"/>
              <a:t> : Fr. Agnel Central School.</a:t>
            </a:r>
          </a:p>
        </p:txBody>
      </p:sp>
    </p:spTree>
    <p:extLst>
      <p:ext uri="{BB962C8B-B14F-4D97-AF65-F5344CB8AC3E}">
        <p14:creationId xmlns:p14="http://schemas.microsoft.com/office/powerpoint/2010/main" val="1802306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CBB42-7E7B-9D92-4774-BCC32EC80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21EE8-47E3-3ED4-3F00-B426ABBF2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1.Write a program to calculate the area of a rectangle (length × breadth).</a:t>
            </a:r>
          </a:p>
          <a:p>
            <a:endParaRPr lang="en-US" dirty="0"/>
          </a:p>
          <a:p>
            <a:r>
              <a:rPr lang="en-US" dirty="0"/>
              <a:t>2. Take two numbers and perform all basic operations (+, −, ×, ÷).</a:t>
            </a:r>
          </a:p>
          <a:p>
            <a:endParaRPr lang="en-US" dirty="0"/>
          </a:p>
          <a:p>
            <a:r>
              <a:rPr lang="en-US" dirty="0"/>
              <a:t>3. Write a program to find the remainder when one number is divided by another.</a:t>
            </a:r>
          </a:p>
        </p:txBody>
      </p:sp>
    </p:spTree>
    <p:extLst>
      <p:ext uri="{BB962C8B-B14F-4D97-AF65-F5344CB8AC3E}">
        <p14:creationId xmlns:p14="http://schemas.microsoft.com/office/powerpoint/2010/main" val="3785160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CB4CD-D6B1-2468-C1B0-84D6C7492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If–Else1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C24C9-1D38-4C0F-D4EE-304ED1A3A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Write a program to check if a number is positive or negative.</a:t>
            </a:r>
          </a:p>
          <a:p>
            <a:endParaRPr lang="en-US" dirty="0"/>
          </a:p>
          <a:p>
            <a:r>
              <a:rPr lang="en-US" dirty="0"/>
              <a:t>2. Take a number from the user and check if it is even or odd.</a:t>
            </a:r>
          </a:p>
          <a:p>
            <a:endParaRPr lang="en-US" dirty="0"/>
          </a:p>
          <a:p>
            <a:r>
              <a:rPr lang="en-US" dirty="0"/>
              <a:t>3. Ask the user to enter a password. If it matches "python123", print “Access Granted”, else print “Access Denied”.</a:t>
            </a:r>
          </a:p>
        </p:txBody>
      </p:sp>
    </p:spTree>
    <p:extLst>
      <p:ext uri="{BB962C8B-B14F-4D97-AF65-F5344CB8AC3E}">
        <p14:creationId xmlns:p14="http://schemas.microsoft.com/office/powerpoint/2010/main" val="2870268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D6F4C-43BC-409E-FFED-F95412BF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Elif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12EB6-EC89-E1BD-6254-B29E2A34A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2663"/>
            <a:ext cx="10515600" cy="5382228"/>
          </a:xfrm>
        </p:spPr>
        <p:txBody>
          <a:bodyPr>
            <a:normAutofit/>
          </a:bodyPr>
          <a:lstStyle/>
          <a:p>
            <a:r>
              <a:rPr lang="en-US" dirty="0"/>
              <a:t>1. Write a program to check whether a number is positive, negative, or zero using if-</a:t>
            </a:r>
            <a:r>
              <a:rPr lang="en-US" dirty="0" err="1"/>
              <a:t>elif</a:t>
            </a:r>
            <a:r>
              <a:rPr lang="en-US" dirty="0"/>
              <a:t>-else.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2. Take marks from the user and print grade:</a:t>
            </a:r>
          </a:p>
          <a:p>
            <a:r>
              <a:rPr lang="en-US" dirty="0"/>
              <a:t>≥90 → A</a:t>
            </a:r>
          </a:p>
          <a:p>
            <a:r>
              <a:rPr lang="en-US" dirty="0"/>
              <a:t>≥75 → B</a:t>
            </a:r>
          </a:p>
          <a:p>
            <a:r>
              <a:rPr lang="en-US" dirty="0"/>
              <a:t>≥50 → C</a:t>
            </a:r>
          </a:p>
          <a:p>
            <a:r>
              <a:rPr lang="en-US" dirty="0"/>
              <a:t>Else → Fail</a:t>
            </a:r>
          </a:p>
          <a:p>
            <a:endParaRPr lang="en-US" dirty="0"/>
          </a:p>
          <a:p>
            <a:r>
              <a:rPr lang="en-US" dirty="0"/>
              <a:t>3. Write a program that takes the day number (1–7) and prints the weekday name using </a:t>
            </a:r>
            <a:r>
              <a:rPr lang="en-US" dirty="0" err="1"/>
              <a:t>elif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298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69492-3FCD-C2D8-362D-21881679B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(for loop)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0A418-A206-54CF-8C98-0CEB3313B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Write a program to print numbers from 1 to 10 using a for loop.</a:t>
            </a:r>
          </a:p>
          <a:p>
            <a:endParaRPr lang="en-US" dirty="0"/>
          </a:p>
          <a:p>
            <a:r>
              <a:rPr lang="en-US" dirty="0"/>
              <a:t>2. Print the multiplication table of 5 using a loop.</a:t>
            </a:r>
          </a:p>
          <a:p>
            <a:endParaRPr lang="en-US" dirty="0"/>
          </a:p>
          <a:p>
            <a:r>
              <a:rPr lang="en-US" dirty="0"/>
              <a:t>3. Print all even numbers between 1 and 50 using a loop.</a:t>
            </a:r>
          </a:p>
        </p:txBody>
      </p:sp>
    </p:spTree>
    <p:extLst>
      <p:ext uri="{BB962C8B-B14F-4D97-AF65-F5344CB8AC3E}">
        <p14:creationId xmlns:p14="http://schemas.microsoft.com/office/powerpoint/2010/main" val="2457655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ECD52-A290-7640-7129-7E31FF71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4A251-5A0F-81CB-E1DA-C019B9E1C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Write a program to print numbers from 1 to 5 using a while loop.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2. Print the sum of digits of a number using a while loop.</a:t>
            </a:r>
          </a:p>
          <a:p>
            <a:endParaRPr lang="en-US" dirty="0"/>
          </a:p>
          <a:p>
            <a:r>
              <a:rPr lang="en-US" dirty="0"/>
              <a:t>3. Keep asking the user for a number until they enter 0.</a:t>
            </a:r>
          </a:p>
        </p:txBody>
      </p:sp>
    </p:spTree>
    <p:extLst>
      <p:ext uri="{BB962C8B-B14F-4D97-AF65-F5344CB8AC3E}">
        <p14:creationId xmlns:p14="http://schemas.microsoft.com/office/powerpoint/2010/main" val="950177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C59F2-B2B5-4886-01C6-14C836DAC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7982F-32D5-B30F-F785-573ECAD04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Write a function that takes two numbers as arguments and returns their sum.</a:t>
            </a:r>
          </a:p>
          <a:p>
            <a:endParaRPr lang="en-US" dirty="0"/>
          </a:p>
          <a:p>
            <a:r>
              <a:rPr lang="en-US" dirty="0"/>
              <a:t>2. Write a function that prints “Hello, World!”.</a:t>
            </a:r>
          </a:p>
          <a:p>
            <a:endParaRPr lang="en-US" dirty="0"/>
          </a:p>
          <a:p>
            <a:r>
              <a:rPr lang="en-US" dirty="0"/>
              <a:t>3. Write a function that takes a number and returns whether it is even or odd.</a:t>
            </a:r>
          </a:p>
        </p:txBody>
      </p:sp>
    </p:spTree>
    <p:extLst>
      <p:ext uri="{BB962C8B-B14F-4D97-AF65-F5344CB8AC3E}">
        <p14:creationId xmlns:p14="http://schemas.microsoft.com/office/powerpoint/2010/main" val="1645421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Revision Questions</vt:lpstr>
      <vt:lpstr>Print</vt:lpstr>
      <vt:lpstr>Variables</vt:lpstr>
      <vt:lpstr>User Input1</vt:lpstr>
      <vt:lpstr>Mathematical Operations</vt:lpstr>
      <vt:lpstr>If–Else1</vt:lpstr>
      <vt:lpstr>Elif</vt:lpstr>
      <vt:lpstr>Loop (for loop)</vt:lpstr>
      <vt:lpstr>While Loop</vt:lpstr>
      <vt:lpstr>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1</cp:revision>
  <dcterms:created xsi:type="dcterms:W3CDTF">2025-08-19T04:11:51Z</dcterms:created>
  <dcterms:modified xsi:type="dcterms:W3CDTF">2025-08-19T04:12:01Z</dcterms:modified>
</cp:coreProperties>
</file>